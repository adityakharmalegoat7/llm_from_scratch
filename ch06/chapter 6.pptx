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0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CBB3C-E653-3580-1E9B-5E44B8459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C952E5-DEFE-6E72-6D0F-178DD2331A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01429-C16E-82E5-DE63-6297F8E2E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7E71C-A9AD-433F-9F1A-51A3E40B5FC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FB1E0-37F5-B076-855D-7713B4171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75549-8995-C0D9-81B6-E2F1C98CA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337ED-AF51-46A9-B35A-24A9AAA68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986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05F6E-721A-2BF6-034D-3EF9A7FA6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DDBBD-9661-E8EA-4AE7-1D84BD8AC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C47B1-E710-6939-34D1-BC53A0412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7E71C-A9AD-433F-9F1A-51A3E40B5FC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1319B-527F-0C3E-169F-B937F8BCA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542BC-B11B-FE55-DD2B-61CF43350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337ED-AF51-46A9-B35A-24A9AAA68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67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45580-2EDF-B42E-17DF-95C240F08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D0670-B9D7-A20D-0792-DF14E9451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07F60-9980-2153-8D50-D38E7DD0C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7E71C-A9AD-433F-9F1A-51A3E40B5FC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5CB51-F711-8D0B-6C64-DC2C6C33B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7F253-737D-E290-93F3-E99B03A63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337ED-AF51-46A9-B35A-24A9AAA68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632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E3498-1AA4-4B85-A67C-2291A84C6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53021-FCC7-EDB4-B29C-0AC027E3E4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FDBF44-0356-5E69-66AC-29F713E8B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439C49-56DD-8FAA-D9FE-74F719FEB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7E71C-A9AD-433F-9F1A-51A3E40B5FC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D3D85-B633-E91D-1534-49D01F4A3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BB986-9FA2-A901-238C-906A3285F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337ED-AF51-46A9-B35A-24A9AAA68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412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14452-4CE8-3657-D97A-E279E8848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B6590-C8FE-798A-0112-CB6AD2E52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F319CC-A6FF-5A20-1B11-0FCC3B083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19AE8A-522F-5793-378D-E45E86BF7A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45438-E35F-0BDC-6592-BCFFEAB5F7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522891-A56A-87BD-7FD8-3EDCD5F32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7E71C-A9AD-433F-9F1A-51A3E40B5FC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1D1AF2-4EC9-EEC7-7F55-F0E6CF929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FAC6A9-B742-DE8F-70F7-259D01F22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337ED-AF51-46A9-B35A-24A9AAA68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387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416DC-EBED-D3C5-E71E-0AFB5883B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A980C9-7FD7-7C27-B1D3-174F42940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7E71C-A9AD-433F-9F1A-51A3E40B5FC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C34E24-E803-873B-D341-B58DC8FDA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A94C5-B343-27E6-248F-A169A5649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337ED-AF51-46A9-B35A-24A9AAA68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430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5F6A43-CE26-BF76-DE36-F67A7DB60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7E71C-A9AD-433F-9F1A-51A3E40B5FC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EDCA5-1146-0CDE-DD08-72F50E52A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1C21E-23A2-98A1-4698-50059CFC1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337ED-AF51-46A9-B35A-24A9AAA68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293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101EB-2F73-4BEC-E7D2-F1BAD5A4D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85D98-F5C5-4DD4-FD4C-765383631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D9F484-6098-71D1-A6CF-DA818336C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30EB00-BFEE-B3AA-6FA2-4036D8BD0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7E71C-A9AD-433F-9F1A-51A3E40B5FC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13C831-A60A-E14F-F0D7-3595B2FB4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AE6F78-CB5D-125E-A344-D9F9E6C27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337ED-AF51-46A9-B35A-24A9AAA68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476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00A3E-3C0C-4E80-83BE-E8BB6F7BE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BC79C3-ABA2-4459-BC50-9D4C3B3A3A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F01C6E-7A63-B84A-BB94-1C1AEF72D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90AAE9-8A96-CDD2-4A28-F8FCF7DEF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7E71C-A9AD-433F-9F1A-51A3E40B5FC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FF21D-7184-6569-9627-58E400E10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02D29-A034-7FA3-2C93-3529EFE74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337ED-AF51-46A9-B35A-24A9AAA68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046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128EF-D83F-1A4C-DBDD-1C46B765C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C911DE-9BB8-D4B4-6A87-579F4D0666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CB8EF-F456-6441-A684-ED0ED8AB4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7E71C-A9AD-433F-9F1A-51A3E40B5FC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D4F96-4790-30BB-CBEC-0C3C4422B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A8B47-DD86-EA1C-7885-0E844D929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337ED-AF51-46A9-B35A-24A9AAA68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66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39731D-0E17-9A69-07EF-AC32DB7F39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DF2392-4F18-D477-341B-96E919079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ADBD6-2F5E-FCAA-017D-6E0BF0997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7E71C-A9AD-433F-9F1A-51A3E40B5FC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76971-0C13-002C-026C-685BD1660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109F5-F799-C8F5-6902-CEE5FE54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337ED-AF51-46A9-B35A-24A9AAA68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744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D5C3A8-941D-5455-B7B0-1EFDEA18E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CD961-7EBC-2D88-D18A-CC0E34B49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7B515-91CF-8C46-D55E-517F44ECB9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B7E71C-A9AD-433F-9F1A-51A3E40B5FC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D8380-A51F-E4D7-6FA6-3F19EFBF69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DC444-CAF8-9E26-3D65-ED5427C7C6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B337ED-AF51-46A9-B35A-24A9AAA688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437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BE773-18D3-A528-02D5-B55138FB2C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Chapter 6: Fine-</a:t>
            </a:r>
            <a:r>
              <a:rPr lang="en-IN" dirty="0" err="1"/>
              <a:t>tunnig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EB6D2F-3689-74A8-B0DB-0ADC57BCEC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447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1BC3B-81C9-C211-DC1D-B46E380C2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Fine-Tuning?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983E6-02C3-6ABD-E253-81969FDD1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Fine-tuning = taking a pre-trained model and training it a little more on our own data.</a:t>
            </a:r>
            <a:endParaRPr lang="en-US" dirty="0"/>
          </a:p>
          <a:p>
            <a:r>
              <a:rPr lang="en-US" dirty="0"/>
              <a:t>Instead of training from zero (which is expensive), we:</a:t>
            </a:r>
          </a:p>
          <a:p>
            <a:r>
              <a:rPr lang="en-US" dirty="0"/>
              <a:t>Take a model already trained on huge data</a:t>
            </a:r>
          </a:p>
          <a:p>
            <a:r>
              <a:rPr lang="en-US" dirty="0"/>
              <a:t>Adjust it slightly for our specific task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Examples:</a:t>
            </a:r>
          </a:p>
          <a:p>
            <a:r>
              <a:rPr lang="en-IN" dirty="0"/>
              <a:t>Sentiment classification</a:t>
            </a:r>
          </a:p>
          <a:p>
            <a:r>
              <a:rPr lang="en-IN" dirty="0"/>
              <a:t>Medical chatbot</a:t>
            </a:r>
          </a:p>
          <a:p>
            <a:r>
              <a:rPr lang="en-IN" dirty="0"/>
              <a:t>Legal document summarizer</a:t>
            </a:r>
          </a:p>
          <a:p>
            <a:r>
              <a:rPr lang="en-IN" dirty="0"/>
              <a:t>Code generation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5844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91DFF-0DF6-65FE-D07C-CCF2E72E8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Fine-Tuning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D8D3C-03B4-2D76-D217-C94962291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en-IN" dirty="0"/>
              <a:t>Full Fine-Tuning</a:t>
            </a:r>
          </a:p>
          <a:p>
            <a:pPr marL="514350" indent="-514350">
              <a:buAutoNum type="arabicParenR"/>
            </a:pPr>
            <a:r>
              <a:rPr lang="en-IN" dirty="0"/>
              <a:t>Feature Extraction*</a:t>
            </a:r>
          </a:p>
          <a:p>
            <a:pPr marL="514350" indent="-514350">
              <a:buAutoNum type="arabicParenR"/>
            </a:pPr>
            <a:r>
              <a:rPr lang="en-IN" dirty="0"/>
              <a:t>Parameter Efficient Fine-Tuning (PEFT) {ex. </a:t>
            </a:r>
            <a:r>
              <a:rPr lang="en-IN" dirty="0" err="1"/>
              <a:t>LoRA</a:t>
            </a:r>
            <a:r>
              <a:rPr lang="en-IN" dirty="0"/>
              <a:t>, Adapters} </a:t>
            </a:r>
            <a:r>
              <a:rPr lang="en-IN" dirty="0">
                <a:sym typeface="Wingdings" panose="05000000000000000000" pitchFamily="2" charset="2"/>
              </a:rPr>
              <a:t> used in modern LLM’s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2207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748D5-8CFE-9082-1CC1-44A2F97756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6.1 Different categories of finetuning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8A2091-3C6C-6E57-D1FB-4E27F5E704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515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D3D95-4CB1-6A2A-4DF5-864AC1AA3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Instruction Fine-Tuning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DBEEA-8165-3317-E181-9AAA10A4C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Example 1 – Task Following</a:t>
            </a:r>
          </a:p>
          <a:p>
            <a:r>
              <a:rPr lang="en-US" b="1" dirty="0"/>
              <a:t>Instruction:</a:t>
            </a:r>
            <a:br>
              <a:rPr lang="en-US" dirty="0"/>
            </a:br>
            <a:r>
              <a:rPr lang="en-US" dirty="0"/>
              <a:t>Summarize the following paragraph in one sentence.</a:t>
            </a:r>
            <a:br>
              <a:rPr lang="en-US" dirty="0"/>
            </a:br>
            <a:r>
              <a:rPr lang="en-US" dirty="0"/>
              <a:t>“Artificial Intelligence is transforming industries by automating repetitive tasks, improving decision-making through data analysis, and enabling new applications such as autonomous vehicles.”</a:t>
            </a:r>
          </a:p>
          <a:p>
            <a:r>
              <a:rPr lang="en-US" b="1" dirty="0"/>
              <a:t>Model Output:</a:t>
            </a:r>
            <a:br>
              <a:rPr lang="en-US" dirty="0"/>
            </a:br>
            <a:r>
              <a:rPr lang="en-US" dirty="0"/>
              <a:t>Artificial Intelligence improves industries by automating tasks and enhancing data-driven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3869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DD061-24C7-16E4-2735-FEA45FA4F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Classification Fine-Tuning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08E6E-8632-6AB1-1621-902750ACE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Example 1 – Sentiment Classification</a:t>
            </a:r>
          </a:p>
          <a:p>
            <a:r>
              <a:rPr lang="en-US" b="1" dirty="0"/>
              <a:t>Input:</a:t>
            </a:r>
            <a:br>
              <a:rPr lang="en-US" dirty="0"/>
            </a:br>
            <a:r>
              <a:rPr lang="en-US" dirty="0"/>
              <a:t>“The product quality is excellent and delivery was fast.”</a:t>
            </a:r>
          </a:p>
          <a:p>
            <a:r>
              <a:rPr lang="en-US" b="1" dirty="0"/>
              <a:t>Model Output:</a:t>
            </a:r>
            <a:br>
              <a:rPr lang="en-US" dirty="0"/>
            </a:br>
            <a:r>
              <a:rPr lang="en-US" dirty="0"/>
              <a:t>Positive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8177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5D2DA-3AF4-2461-75FA-68E5E2FCF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6.3 Creating data loaders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047F09-F80F-983F-26F8-8A0E9DC9EF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203409" cy="424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165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8C100-303D-5CB3-46AB-01A6BB50D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21" y="-97862"/>
            <a:ext cx="10515600" cy="1325563"/>
          </a:xfrm>
        </p:spPr>
        <p:txBody>
          <a:bodyPr/>
          <a:lstStyle/>
          <a:p>
            <a:r>
              <a:rPr lang="en-US" dirty="0"/>
              <a:t>6.5 Adding a classification head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CC1DB1-179D-2671-3233-6AAE31F75D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3973" y="879676"/>
            <a:ext cx="7734941" cy="597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190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31126E-137E-1F84-FD0F-EDCFB9DD7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544" y="0"/>
            <a:ext cx="76049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829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</TotalTime>
  <Words>190</Words>
  <Application>Microsoft Office PowerPoint</Application>
  <PresentationFormat>Widescreen</PresentationFormat>
  <Paragraphs>27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Wingdings</vt:lpstr>
      <vt:lpstr>Office Theme</vt:lpstr>
      <vt:lpstr>Chapter 6: Fine-tunnig</vt:lpstr>
      <vt:lpstr>What is Fine-Tuning?</vt:lpstr>
      <vt:lpstr>Types of Fine-Tuning </vt:lpstr>
      <vt:lpstr>6.1 Different categories of finetuning</vt:lpstr>
      <vt:lpstr>Instruction Fine-Tuning</vt:lpstr>
      <vt:lpstr>Classification Fine-Tuning</vt:lpstr>
      <vt:lpstr>6.3 Creating data loaders</vt:lpstr>
      <vt:lpstr>6.5 Adding a classification head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Kharmale</dc:creator>
  <cp:lastModifiedBy>Aditya Kharmale</cp:lastModifiedBy>
  <cp:revision>2</cp:revision>
  <dcterms:created xsi:type="dcterms:W3CDTF">2026-02-23T12:52:29Z</dcterms:created>
  <dcterms:modified xsi:type="dcterms:W3CDTF">2026-02-25T01:29:00Z</dcterms:modified>
</cp:coreProperties>
</file>