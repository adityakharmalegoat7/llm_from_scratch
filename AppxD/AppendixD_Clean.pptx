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Bells and Whistles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Training Loop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Warmup   |   Cosine Decay   |   Gradient Clipping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This?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 behind Appendix 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appendix fills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Chapter 5 gave us a working training loop. But working is not the same as good.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 LLM training runs (GPT, LLaMA, everything in production) use three additional techniques.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Without them, training is brittle: it can explode early, overshoot late, or destabilize on bad batches.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you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 cannot read a real training paper or codebase without understanding warmup, cosine decay, and gradient clipping.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are not exotic tricks. They are standard infrastructure, and they appear in every serious repo.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optimizer and the schedule are as important as the architecture. A great model trained badly loses to a mediocre model trained well.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appendix does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takes train_model_simple() from Chapter 5 and upgrades it into train_model(), the kind of loop used in real pretraining.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section adds one technique, explains why it exists, and shows the code.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Model and Data Initialization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Chapter 5 code to keep the appendix self-contained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appendix reinitializes the model from scratch so the code can run independently without needing prior chapter outputs.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GPT-124M config: 12 layers, 12 attention heads, 768-dimensional embeddings, 50257 vocab tokens.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Dataset: 'The Verdict' short story, split 90/10 into train and validation sets.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4297680" cy="28803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2039112"/>
            <a:ext cx="407822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previous_chapters import GPTModel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GPT_CONFIG_124M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"vocab_size": 50257,   # Vocabulary 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"ctx_len":    256,     # Shortened context length (orig: 1024)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"emb_dim":   768,      # Embedding dimension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"n_heads":    12,      # Number of attention heads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"n_layers":   12,      # Number of layers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"drop_rate":  0.1,     # Dropout 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"qkv_bias":  False     # Query-key-value bias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= torch.device("cuda" if torch.cuda.is_available() else "cpu")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torch.manual_seed(123)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GPTModel(GPT_CONFIG_124M)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1965960"/>
            <a:ext cx="3886200" cy="28803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2039112"/>
            <a:ext cx="366674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train_ratio = 0.90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split_idx = int(train_ratio * len(text_data))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train_loader = create_dataloader_v1(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text_data[:split_idx],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max_length=GPT_CONFIG_124M["ctx_len"],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stride=GPT_CONFIG_124M["ctx_len"],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drop_last=True,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shuffle=True,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num_workers=0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val_loader = create_dataloader_v1(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text_data[split_idx:],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max_length=GPT_CONFIG_124M["ctx_len"],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stride=GPT_CONFIG_124M["ctx_len"],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drop_last=False,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shuffle=False,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num_workers=0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D.1 Learning Rate Warmup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Stabilizing training at the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251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step 0, model weights are random. The loss landscape is chaotic. Jumping in with a large learning rate causes wild, destabilizing updates before the model has any useful gradient signal.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Start with a very small learning rate (initial_lr = 0.0001) and linearly increase it to the peak (peak_lr = 0.01) over the first 20 steps.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Once the weights have moved out of the chaotic random region, larger steps become safe.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Warmup steps = 0.1% to 20% of total steps. For large models trained for millions of steps, warmup can span thousands of steps.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lr_increment = (peak_lr - initial_lr) / warmup_steps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step k (during warmup):   lr = initial_lr + k * lr_increment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3931920" cy="3977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0328" y="1078992"/>
            <a:ext cx="3712464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n_epochs     = 15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initial_lr   = 0.0001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peak_lr      = 0.01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total_steps   = len(train_loader) * n_epochs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warmup_steps  = int(0.2 * total_steps)  # 20% warmup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lr_increment  = (peak_lr - initial_lr) / warmup_steps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global_step = -1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torch.optim.AdamW(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model.parameters(), weight_decay=0.1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range(n_epochs):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input_batch, target_batch in train_loader: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optimizer.zero_grad()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global_step +=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global_step &lt; warmup_steps: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lr = initial_lr + global_step * lr_increment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lr = peak_lr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Apply lr to optimizer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param_group in optimizer.param_groups: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param_group["lr"] = lr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D.2 Cosine Decay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learning rate down smoothly after warmup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251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After warmup, keeping the lr constant means the optimizer keeps taking large steps even when the model is near a minimum. This causes it to bounce around rather than settle.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cosine over linear?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Linear decay drops the lr uniformly at every step. Cosine decay drops quickly at first (where large adjustments still help) and slows near zero (where fine-grained convergence matters).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preferred for its smoother transition. Linear decay is also used in practice (e.g. OLMo) but cosine is more common.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progress = (step - warmup_steps) / (total_steps - warmup_steps)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lr = min_lr + (peak_lr - min_lr) * 0.5 * (1 + cos(pi * progress))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 progress=0: lr = peak_lr.  At progress=1: lr = min_lr.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3931920" cy="3977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0328" y="1078992"/>
            <a:ext cx="3712464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min_lr = 0.1 * initial_lr   # e.g. 0.00001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lr_increment = (peak_lr - initial_lr) / warmup_steps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global_step = -1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range(n_epochs):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input_batch, target_batch in train_loader: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optimizer.zero_grad()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global_step +=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global_step &lt; warmup_steps: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Phase 1: Linear warmup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lr = initial_lr + global_step * lr_increment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Phase 2: Cosine annealing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progress =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(global_step - warmup_steps)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(total_training_steps - warmup_steps)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lr = min_lr + (peak_lr - min_lr) * 0.5 *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 + math.cos(math.pi * progress)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param_group in optimizer.param_groups: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param_group["lr"] = lr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D.3 Gradient Clipping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a single bad batch from derailing training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251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Occasionally a bad training batch produces very large gradients. Without a safeguard, one single update can undo many steps of careful learning. This is called the exploding gradient problem.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Compute the L2 norm (Euclidean length) of ALL gradients in the model combined. If it exceeds max_norm=1.0, scale every gradient down proportionally. The direction is preserved; only the magnitude is capped.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(worked example)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 = [[1, 2], [2, 4]],   max_norm = 1.0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||G||_2 = sqrt(1 + 4 + 4 + 16) = sqrt(25) = 5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Scale factor = max_norm / ||G||_2 = 1/5 = 0.2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Clipped G' = 0.2 * G = [[0.2, 0.4], [0.4, 0.8]]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3931920" cy="3977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0328" y="1078992"/>
            <a:ext cx="3712464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previous_chapters import calc_loss_batch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torch.manual_seed(123)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GPTModel(GPT_CONFIG_124M)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model.to(device)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pass + backward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calc_loss_batch(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input_batch, target_batch, model, device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PyTorch stores gradients in param.grad for each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parameter after .backward()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Utility: find largest gradient before clipping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find_highest_gradient(model):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max_grad = None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param in model.parameters():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param.grad is not None: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 = param.grad.data.flatten().max()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max_grad is None or g &gt; max_grad: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max_grad = 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max_grad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print(find_highest_gradient(model))  # e.g. tensor(0.0123)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clipping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torch.nn.utils.clip_grad_norm_(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model.parameters(), max_norm=1.0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print(find_highest_gradient(model))  # now much smaller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The Combined train_model() Function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techniques integrated into one training loop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from train_model_simple()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optimizer now receives a dynamically updated lr at every step (warmup then cosine decay).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Gradient clipping is applied after .backward() and before .step(), once warmup is complete.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function tracks lr values alongside losses and tokens seen, for later inspection.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2103120"/>
            <a:ext cx="832104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2176272"/>
            <a:ext cx="81015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train_model(model, train_loader, val_loader, optimizer, device,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n_epochs, eval_freq, eval_iter, start_context, tokenizer,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warmup_steps, initial_lr=3e-05, min_lr=1e-6):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train_losses, val_losses, track_tokens_seen, track_lrs = [], [], [],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tokens_seen, global_step = 0, -1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peak_lr = optimizer.param_groups[0]["lr"]           # read peak lr from optimizer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total_training_steps = len(train_loader) * n_epochs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lr_increment = (peak_lr - initial_lr) / warmup_steps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epoch in range(n_epochs):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model.train()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input_batch, target_batch in train_loader: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optimizer.zero_grad()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global_step +=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--- Learning rate schedule 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global_step &lt; warmup_steps: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lr = initial_lr + global_step * lr_increment          # warmup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progress = ((global_step - warmup_steps)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(total_training_steps - warmup_steps))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lr = min_lr + (peak_lr - min_lr) * 0.5 * (            # cosine decay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1 + math.cos(math.pi * progress))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param_group in optimizer.param_groups: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param_group["lr"] = lr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track_lrs.append(lr)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train_model() Continued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clipping, evaluation, and sample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28803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78992"/>
            <a:ext cx="810158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Forward + backward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loss = calc_loss_batch(input_batch, target_batch, model, device)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loss.backward()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Gradient clipping - only applied after warmup is complete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global_step &gt;= warmup_steps: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torch.nn.utils.clip_grad_norm_(model.parameters(), max_norm=1.0)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optimizer.step()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tokens_seen += input_batch.numel()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Periodic evaluation on train and val 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global_step % eval_freq ==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train_loss, val_loss = evaluate_model(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model, train_loader, val_loader, device, eval_iter)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train_losses.append(train_loss)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val_losses.append(val_loss)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print(f"Ep {epoch+1} (Iter {global_step:06d}): 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f"Train {train_loss:.3f}, Val {val_loss:.3f}")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4005072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detail: when to clip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Clipping is skipped during warmup. At that stage the lr is tiny, so gradients are already small. It becomes relevant once the full lr is active.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original book used global_step &gt; warmup_steps, accidentally skipping the clip at the warmup boundary. The corrected version uses &gt;= to avoid that off-by-one.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D.4 Running the Training Loop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call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 epochs, peak lr = 0.001, AdamW optimizer with weight decay 0.1, warmup = 20% of total steps.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8321040" cy="27889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810512"/>
            <a:ext cx="8101584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torch.manual_seed(123)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GPTModel(GPT_CONFIG_124M)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model.to(device)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peak_lr   = 0.001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torch.optim.AdamW(model.parameters(), lr=peak_lr, weight_decay=0.1)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= tiktoken.get_encoding("gpt2")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n_epochs  = 15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train_losses, val_losses, tokens_seen, lrs = train_model(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model, train_loader, val_loader, optimizer, device,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n_epochs=n_epochs,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eval_freq=5, eval_iter=1,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start_context="Every effort moves you",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tokenizer=tokenizer,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warmup_steps=warmup_steps,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initial_lr=1e-5,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min_lr=1e-5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4754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behavior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epochs: incoherent text. Later epochs: grammatically plausible sentences. The model memorizes the training set (overfitting is expected on the tiny dataset used here for teaching purposes).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appendix adds to your understanding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46304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43000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097280"/>
            <a:ext cx="265176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114300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097280"/>
            <a:ext cx="201168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14300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1097280"/>
            <a:ext cx="2194560" cy="566928"/>
          </a:xfrm>
          <a:prstGeom prst="rect">
            <a:avLst/>
          </a:prstGeom>
          <a:solidFill>
            <a:srgbClr val="1A1A2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14300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664208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70992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Warmup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74520" y="1664208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170992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instability from chaotic random-weight gradients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166420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70992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0 to warmup_steps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1664208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70992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Manually set param_group['lr']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231136"/>
            <a:ext cx="146304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27685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74520" y="2231136"/>
            <a:ext cx="265176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7672" y="227685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Overshooting near the minimum once convergence begins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2231136"/>
            <a:ext cx="201168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227685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warmup_steps to end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2231136"/>
            <a:ext cx="2194560" cy="566928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227685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Manually compute with math.cos()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2798064"/>
            <a:ext cx="1463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28437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74520" y="2798064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47672" y="284378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gradients from a single outlier training batch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279806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284378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after warmup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37960" y="2798064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2843784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clip_grad_norm_(params, max_norm=1.0)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" y="3520440"/>
            <a:ext cx="8321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Architecture is only half the story. The schedule, the clipping, and the optimizer settings shape whether training succeeds or fails.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three techniques appear in virtually every production LLM training run. Knowing them lets you read papers, reproduce results, and debug training instability.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overfitting observed here is intentional. The dataset is kept tiny so training runs on a laptop. The goal is to verify the schedule works, not to produce a deployable model.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2026-05-19T15:30:16Z</dcterms:created>
  <dcterms:modified xsi:type="dcterms:W3CDTF">2026-05-19T15:30:16Z</dcterms:modified>
</cp:coreProperties>
</file>